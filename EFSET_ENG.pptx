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5" y="0"/>
            <a:ext cx="1132760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9" y="0"/>
            <a:ext cx="109869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20" y="0"/>
            <a:ext cx="1011145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